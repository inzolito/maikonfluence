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IOR Nelson" userId="795832d3-a618-4a89-96ed-6ed1fcc8f294" providerId="ADAL" clId="{5A09BFBA-EA7C-41E9-AC56-3643F1E9DF9F}"/>
    <pc:docChg chg="undo custSel modSld">
      <pc:chgData name="JUNIOR Nelson" userId="795832d3-a618-4a89-96ed-6ed1fcc8f294" providerId="ADAL" clId="{5A09BFBA-EA7C-41E9-AC56-3643F1E9DF9F}" dt="2025-08-28T15:26:50.497" v="129" actId="1076"/>
      <pc:docMkLst>
        <pc:docMk/>
      </pc:docMkLst>
      <pc:sldChg chg="addSp delSp modSp mod setBg">
        <pc:chgData name="JUNIOR Nelson" userId="795832d3-a618-4a89-96ed-6ed1fcc8f294" providerId="ADAL" clId="{5A09BFBA-EA7C-41E9-AC56-3643F1E9DF9F}" dt="2025-08-28T15:26:50.497" v="129" actId="1076"/>
        <pc:sldMkLst>
          <pc:docMk/>
          <pc:sldMk cId="0" sldId="256"/>
        </pc:sldMkLst>
        <pc:spChg chg="add mod">
          <ac:chgData name="JUNIOR Nelson" userId="795832d3-a618-4a89-96ed-6ed1fcc8f294" providerId="ADAL" clId="{5A09BFBA-EA7C-41E9-AC56-3643F1E9DF9F}" dt="2025-08-28T15:26:50.497" v="129" actId="1076"/>
          <ac:spMkLst>
            <pc:docMk/>
            <pc:sldMk cId="0" sldId="256"/>
            <ac:spMk id="2" creationId="{D80C4362-980E-26BC-269A-CBC0725A7D3F}"/>
          </ac:spMkLst>
        </pc:spChg>
        <pc:spChg chg="mod ord">
          <ac:chgData name="JUNIOR Nelson" userId="795832d3-a618-4a89-96ed-6ed1fcc8f294" providerId="ADAL" clId="{5A09BFBA-EA7C-41E9-AC56-3643F1E9DF9F}" dt="2025-08-28T15:23:47.847" v="42" actId="26606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JUNIOR Nelson" userId="795832d3-a618-4a89-96ed-6ed1fcc8f294" providerId="ADAL" clId="{5A09BFBA-EA7C-41E9-AC56-3643F1E9DF9F}" dt="2025-08-28T15:25:19.715" v="47" actId="1076"/>
          <ac:spMkLst>
            <pc:docMk/>
            <pc:sldMk cId="0" sldId="256"/>
            <ac:spMk id="4" creationId="{00000000-0000-0000-0000-000000000000}"/>
          </ac:spMkLst>
        </pc:spChg>
        <pc:spChg chg="add">
          <ac:chgData name="JUNIOR Nelson" userId="795832d3-a618-4a89-96ed-6ed1fcc8f294" providerId="ADAL" clId="{5A09BFBA-EA7C-41E9-AC56-3643F1E9DF9F}" dt="2025-08-28T15:23:47.847" v="42" actId="26606"/>
          <ac:spMkLst>
            <pc:docMk/>
            <pc:sldMk cId="0" sldId="256"/>
            <ac:spMk id="43" creationId="{FB33DC6A-1F1C-4A06-834E-CFF88F1C0BB9}"/>
          </ac:spMkLst>
        </pc:spChg>
        <pc:spChg chg="add">
          <ac:chgData name="JUNIOR Nelson" userId="795832d3-a618-4a89-96ed-6ed1fcc8f294" providerId="ADAL" clId="{5A09BFBA-EA7C-41E9-AC56-3643F1E9DF9F}" dt="2025-08-28T15:23:47.847" v="42" actId="26606"/>
          <ac:spMkLst>
            <pc:docMk/>
            <pc:sldMk cId="0" sldId="256"/>
            <ac:spMk id="44" creationId="{0FE1D5CF-87B8-4A8A-AD3C-01D06A60769B}"/>
          </ac:spMkLst>
        </pc:spChg>
        <pc:spChg chg="add">
          <ac:chgData name="JUNIOR Nelson" userId="795832d3-a618-4a89-96ed-6ed1fcc8f294" providerId="ADAL" clId="{5A09BFBA-EA7C-41E9-AC56-3643F1E9DF9F}" dt="2025-08-28T15:23:47.847" v="42" actId="26606"/>
          <ac:spMkLst>
            <pc:docMk/>
            <pc:sldMk cId="0" sldId="256"/>
            <ac:spMk id="46" creationId="{AF2F604E-43BE-4DC3-B983-E071523364F8}"/>
          </ac:spMkLst>
        </pc:spChg>
        <pc:spChg chg="add">
          <ac:chgData name="JUNIOR Nelson" userId="795832d3-a618-4a89-96ed-6ed1fcc8f294" providerId="ADAL" clId="{5A09BFBA-EA7C-41E9-AC56-3643F1E9DF9F}" dt="2025-08-28T15:23:47.847" v="42" actId="26606"/>
          <ac:spMkLst>
            <pc:docMk/>
            <pc:sldMk cId="0" sldId="256"/>
            <ac:spMk id="47" creationId="{08C9B587-E65E-4B52-B37C-ABEBB6E87928}"/>
          </ac:spMkLst>
        </pc:spChg>
        <pc:picChg chg="mod ord">
          <ac:chgData name="JUNIOR Nelson" userId="795832d3-a618-4a89-96ed-6ed1fcc8f294" providerId="ADAL" clId="{5A09BFBA-EA7C-41E9-AC56-3643F1E9DF9F}" dt="2025-08-28T15:23:26.814" v="34" actId="26606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JUNIOR Nelson" userId="795832d3-a618-4a89-96ed-6ed1fcc8f294" providerId="ADAL" clId="{5A09BFBA-EA7C-41E9-AC56-3643F1E9DF9F}" dt="2025-08-28T15:24:00.127" v="43" actId="27614"/>
          <ac:picMkLst>
            <pc:docMk/>
            <pc:sldMk cId="0" sldId="256"/>
            <ac:picMk id="9" creationId="{CBC3C999-7048-AEAD-CD32-2E6710221D6D}"/>
          </ac:picMkLst>
        </pc:picChg>
      </pc:sldChg>
      <pc:sldChg chg="delSp mod">
        <pc:chgData name="JUNIOR Nelson" userId="795832d3-a618-4a89-96ed-6ed1fcc8f294" providerId="ADAL" clId="{5A09BFBA-EA7C-41E9-AC56-3643F1E9DF9F}" dt="2025-08-28T15:17:20.834" v="0" actId="478"/>
        <pc:sldMkLst>
          <pc:docMk/>
          <pc:sldMk cId="0" sldId="258"/>
        </pc:sldMkLst>
      </pc:sldChg>
      <pc:sldChg chg="addSp delSp modSp mod">
        <pc:chgData name="JUNIOR Nelson" userId="795832d3-a618-4a89-96ed-6ed1fcc8f294" providerId="ADAL" clId="{5A09BFBA-EA7C-41E9-AC56-3643F1E9DF9F}" dt="2025-08-28T15:21:11.950" v="24" actId="1076"/>
        <pc:sldMkLst>
          <pc:docMk/>
          <pc:sldMk cId="0" sldId="260"/>
        </pc:sldMkLst>
        <pc:spChg chg="mod">
          <ac:chgData name="JUNIOR Nelson" userId="795832d3-a618-4a89-96ed-6ed1fcc8f294" providerId="ADAL" clId="{5A09BFBA-EA7C-41E9-AC56-3643F1E9DF9F}" dt="2025-08-28T15:21:11.950" v="24" actId="1076"/>
          <ac:spMkLst>
            <pc:docMk/>
            <pc:sldMk cId="0" sldId="260"/>
            <ac:spMk id="7" creationId="{00000000-0000-0000-0000-000000000000}"/>
          </ac:spMkLst>
        </pc:spChg>
        <pc:picChg chg="add mod">
          <ac:chgData name="JUNIOR Nelson" userId="795832d3-a618-4a89-96ed-6ed1fcc8f294" providerId="ADAL" clId="{5A09BFBA-EA7C-41E9-AC56-3643F1E9DF9F}" dt="2025-08-28T15:17:53.674" v="5" actId="1076"/>
          <ac:picMkLst>
            <pc:docMk/>
            <pc:sldMk cId="0" sldId="260"/>
            <ac:picMk id="21" creationId="{2BBF3E19-55DB-0546-35A9-A65A590DD79F}"/>
          </ac:picMkLst>
        </pc:picChg>
      </pc:sldChg>
      <pc:sldChg chg="addSp delSp modSp mod">
        <pc:chgData name="JUNIOR Nelson" userId="795832d3-a618-4a89-96ed-6ed1fcc8f294" providerId="ADAL" clId="{5A09BFBA-EA7C-41E9-AC56-3643F1E9DF9F}" dt="2025-08-28T15:19:27.900" v="23" actId="14100"/>
        <pc:sldMkLst>
          <pc:docMk/>
          <pc:sldMk cId="0" sldId="261"/>
        </pc:sldMkLst>
        <pc:picChg chg="add mod">
          <ac:chgData name="JUNIOR Nelson" userId="795832d3-a618-4a89-96ed-6ed1fcc8f294" providerId="ADAL" clId="{5A09BFBA-EA7C-41E9-AC56-3643F1E9DF9F}" dt="2025-08-28T15:19:27.900" v="23" actId="14100"/>
          <ac:picMkLst>
            <pc:docMk/>
            <pc:sldMk cId="0" sldId="261"/>
            <ac:picMk id="19" creationId="{DA319C4E-5A43-A030-F60A-270B3220BCED}"/>
          </ac:picMkLst>
        </pc:picChg>
      </pc:sldChg>
    </pc:docChg>
  </pc:docChgLst>
  <pc:docChgLst>
    <pc:chgData name="JUNIOR Nelson" userId="795832d3-a618-4a89-96ed-6ed1fcc8f294" providerId="ADAL" clId="{E038A946-15F4-44FD-B49E-24C9024364C1}"/>
    <pc:docChg chg="modSld">
      <pc:chgData name="JUNIOR Nelson" userId="795832d3-a618-4a89-96ed-6ed1fcc8f294" providerId="ADAL" clId="{E038A946-15F4-44FD-B49E-24C9024364C1}" dt="2025-09-22T18:37:23.548" v="27" actId="6549"/>
      <pc:docMkLst>
        <pc:docMk/>
      </pc:docMkLst>
      <pc:sldChg chg="modSp mod">
        <pc:chgData name="JUNIOR Nelson" userId="795832d3-a618-4a89-96ed-6ed1fcc8f294" providerId="ADAL" clId="{E038A946-15F4-44FD-B49E-24C9024364C1}" dt="2025-09-22T18:37:23.548" v="27" actId="6549"/>
        <pc:sldMkLst>
          <pc:docMk/>
          <pc:sldMk cId="0" sldId="256"/>
        </pc:sldMkLst>
        <pc:spChg chg="mod">
          <ac:chgData name="JUNIOR Nelson" userId="795832d3-a618-4a89-96ed-6ed1fcc8f294" providerId="ADAL" clId="{E038A946-15F4-44FD-B49E-24C9024364C1}" dt="2025-09-22T18:37:23.548" v="27" actId="6549"/>
          <ac:spMkLst>
            <pc:docMk/>
            <pc:sldMk cId="0" sldId="256"/>
            <ac:spMk id="2" creationId="{D80C4362-980E-26BC-269A-CBC0725A7D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16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26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Freeform: Shape 28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6480" cy="5143499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5" name="Freeform: Shape 30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2493" cy="51435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0"/>
          <p:cNvSpPr/>
          <p:nvPr/>
        </p:nvSpPr>
        <p:spPr>
          <a:xfrm>
            <a:off x="366823" y="829525"/>
            <a:ext cx="3764306" cy="2403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>
                <a:latin typeface="+mj-lt"/>
                <a:ea typeface="+mj-ea"/>
                <a:cs typeface="+mj-cs"/>
              </a:rPr>
              <a:t>OAT - Over The Air</a:t>
            </a:r>
            <a:endParaRPr lang="en-US" sz="4100">
              <a:latin typeface="+mj-lt"/>
              <a:ea typeface="+mj-ea"/>
              <a:cs typeface="+mj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9767" y="3688521"/>
            <a:ext cx="3760273" cy="906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100" dirty="0"/>
              <a:t>Remote Update Process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5992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793" y="469262"/>
            <a:ext cx="2939143" cy="2057400"/>
          </a:xfrm>
          <a:prstGeom prst="rect">
            <a:avLst/>
          </a:prstGeom>
        </p:spPr>
      </p:pic>
      <p:sp>
        <p:nvSpPr>
          <p:cNvPr id="47" name="Rectangle 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23" y="3410190"/>
            <a:ext cx="3764306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CBC3C999-7048-AEAD-CD32-2E6710221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553" y="3104215"/>
            <a:ext cx="3531625" cy="1174431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D80C4362-980E-26BC-269A-CBC0725A7D3F}"/>
              </a:ext>
            </a:extLst>
          </p:cNvPr>
          <p:cNvSpPr/>
          <p:nvPr/>
        </p:nvSpPr>
        <p:spPr>
          <a:xfrm>
            <a:off x="272393" y="4604894"/>
            <a:ext cx="3047582" cy="399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200" dirty="0"/>
              <a:t>Nelson Junior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Preparing for Remote Update - File Copy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perform a remote update, you need to copy the configuration files to the appropriate folders based on your system type:</a:t>
            </a:r>
            <a:endParaRPr lang="en-US" sz="837" dirty="0"/>
          </a:p>
        </p:txBody>
      </p:sp>
      <p:sp>
        <p:nvSpPr>
          <p:cNvPr id="5" name="Text 2"/>
          <p:cNvSpPr/>
          <p:nvPr/>
        </p:nvSpPr>
        <p:spPr>
          <a:xfrm>
            <a:off x="285750" y="1350169"/>
            <a:ext cx="20859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Single Core (displayX + Core 256):</a:t>
            </a:r>
            <a:endParaRPr lang="en-US" sz="837" dirty="0"/>
          </a:p>
        </p:txBody>
      </p:sp>
      <p:sp>
        <p:nvSpPr>
          <p:cNvPr id="6" name="Shape 3"/>
          <p:cNvSpPr/>
          <p:nvPr/>
        </p:nvSpPr>
        <p:spPr>
          <a:xfrm>
            <a:off x="285750" y="1621631"/>
            <a:ext cx="50006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285750" y="1621631"/>
            <a:ext cx="28575" cy="314325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285750" y="1621631"/>
            <a:ext cx="5000625" cy="3143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/opt/Jigsaw/Releases/aarch64/&lt;version name&gt;/sqfs_display/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285750" y="2050256"/>
            <a:ext cx="20410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Standalone (DisplayX + Core 32):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285750" y="2321719"/>
            <a:ext cx="50006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285750" y="2321719"/>
            <a:ext cx="28575" cy="314325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85750" y="2321719"/>
            <a:ext cx="5000625" cy="3143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/opt/Jigsaw/Releases/x86_64/&lt;version name&gt;/sqfs_display/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285750" y="2807494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file structure should include all necessary configuration files for the update process to work correctly.</a:t>
            </a:r>
            <a:endParaRPr lang="en-US" sz="837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916" y="885825"/>
            <a:ext cx="2529669" cy="35718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Preparing for Remote Update - Permissions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1028700"/>
            <a:ext cx="5000625" cy="764381"/>
          </a:xfrm>
          <a:prstGeom prst="rect">
            <a:avLst/>
          </a:prstGeom>
          <a:solidFill>
            <a:srgbClr val="FFF8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285750" y="1028700"/>
            <a:ext cx="28575" cy="76438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392906" y="1135856"/>
            <a:ext cx="4786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99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 Note: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392906" y="1350169"/>
            <a:ext cx="12400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is necessary that the 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1632961" y="1350169"/>
            <a:ext cx="355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1988111" y="1350169"/>
            <a:ext cx="28784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file is copied to the sqfs_display folder with execution 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392906" y="1521619"/>
            <a:ext cx="6277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permission.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285750" y="1935956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copying the configuration files, you must set the execution permission for the install file using the chmod command: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285750" y="2393156"/>
            <a:ext cx="5000625" cy="6000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285750" y="2393156"/>
            <a:ext cx="28575" cy="600075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92906" y="2509242"/>
            <a:ext cx="31639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$ cd /opt/Jigsaw/Releases/x86_64/5.0.3/sqfs_display/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92906" y="2702123"/>
            <a:ext cx="1069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$ 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99895" y="2702123"/>
            <a:ext cx="9858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4EC9B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chmod +x install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285750" y="3107531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permission is required for the system to execute the install file during the update process. Without this permission, the update will fail.</a:t>
            </a:r>
            <a:endParaRPr lang="en-US" sz="83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Configuring in OP PRO Manager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preparing the configuration files, you need to access the OP PRO Manager application to configure the device for the update:</a:t>
            </a:r>
            <a:endParaRPr lang="en-US" sz="837" dirty="0"/>
          </a:p>
        </p:txBody>
      </p:sp>
      <p:sp>
        <p:nvSpPr>
          <p:cNvPr id="5" name="Shape 2"/>
          <p:cNvSpPr/>
          <p:nvPr/>
        </p:nvSpPr>
        <p:spPr>
          <a:xfrm>
            <a:off x="285750" y="1343025"/>
            <a:ext cx="50006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85750" y="1343025"/>
            <a:ext cx="28575" cy="314325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85750" y="1343025"/>
            <a:ext cx="5000625" cy="3143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 PRO Manager -&gt; Devices -&gt; [equipment name] 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285750" y="1771650"/>
            <a:ext cx="5000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Follow these steps to configure the device: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642938" y="2064544"/>
            <a:ext cx="5304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the 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1173417" y="2064544"/>
            <a:ext cx="973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 PRO Manager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2146585" y="2064544"/>
            <a:ext cx="6229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application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642938" y="2343150"/>
            <a:ext cx="8546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Navigate to the 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1497564" y="2343150"/>
            <a:ext cx="4328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Devices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1930431" y="2343150"/>
            <a:ext cx="4143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section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642938" y="2621756"/>
            <a:ext cx="6220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your 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1264974" y="2621756"/>
            <a:ext cx="9803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equipment name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2245342" y="2621756"/>
            <a:ext cx="6807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the list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285750" y="2928938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OP PRO Manager interface allows you to manage device configurations and initiate the remote update process for your equipment.</a:t>
            </a:r>
            <a:endParaRPr lang="en-US" sz="837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916" y="885825"/>
            <a:ext cx="2529669" cy="35718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Setting Software Version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accessing the device in OP PRO Manager, you need to set the software version for the update:</a:t>
            </a:r>
            <a:endParaRPr lang="en-US" sz="837" dirty="0"/>
          </a:p>
        </p:txBody>
      </p:sp>
      <p:sp>
        <p:nvSpPr>
          <p:cNvPr id="5" name="Text 2"/>
          <p:cNvSpPr/>
          <p:nvPr/>
        </p:nvSpPr>
        <p:spPr>
          <a:xfrm>
            <a:off x="642938" y="1350169"/>
            <a:ext cx="3451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the 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988126" y="1350169"/>
            <a:ext cx="9702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Software Version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581434" y="1491149"/>
            <a:ext cx="4409256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field, enter the version name that matches the folder you created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642938" y="1800225"/>
            <a:ext cx="4829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the 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1125866" y="1800225"/>
            <a:ext cx="2646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Save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1390492" y="1800225"/>
            <a:ext cx="15409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button to apply the changes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642938" y="2078831"/>
            <a:ext cx="2768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919786" y="2078831"/>
            <a:ext cx="4362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Refresh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1356085" y="2078831"/>
            <a:ext cx="17931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update the device information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285750" y="2386013"/>
            <a:ext cx="5000625" cy="557213"/>
          </a:xfrm>
          <a:prstGeom prst="rect">
            <a:avLst/>
          </a:prstGeom>
          <a:solidFill>
            <a:srgbClr val="FFF8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285750" y="2386013"/>
            <a:ext cx="28575" cy="557213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92906" y="2500313"/>
            <a:ext cx="6276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Important: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1020552" y="2500313"/>
            <a:ext cx="3948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version name must exactly match the folder name you created in the 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392906" y="2671763"/>
            <a:ext cx="14559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previous step (e.g., "5.0.3").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285750" y="3086100"/>
            <a:ext cx="5000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saving the version information, the system will prepare for the remote update process.</a:t>
            </a:r>
            <a:endParaRPr lang="en-US" sz="837" dirty="0"/>
          </a:p>
        </p:txBody>
      </p:sp>
      <p:pic>
        <p:nvPicPr>
          <p:cNvPr id="21" name="Imagem 20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BBF3E19-55DB-0546-35A9-A65A590DD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217" y="1228725"/>
            <a:ext cx="3076877" cy="1918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Installation Process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2662637" y="3250406"/>
            <a:ext cx="9626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message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3625286" y="3250406"/>
            <a:ext cx="15683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confirming that the software </a:t>
            </a:r>
            <a:endParaRPr lang="en-US" sz="837" dirty="0"/>
          </a:p>
        </p:txBody>
      </p:sp>
      <p:pic>
        <p:nvPicPr>
          <p:cNvPr id="19" name="Imagem 18" descr="Texto&#10;&#10;O conteúdo gerado por IA pode estar incorreto.">
            <a:extLst>
              <a:ext uri="{FF2B5EF4-FFF2-40B4-BE49-F238E27FC236}">
                <a16:creationId xmlns:a16="http://schemas.microsoft.com/office/drawing/2014/main" id="{DA319C4E-5A43-A030-F60A-270B3220B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64" y="1272906"/>
            <a:ext cx="7809835" cy="14491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408</Words>
  <Application>Microsoft Office PowerPoint</Application>
  <PresentationFormat>Apresentação na tela (16:9)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JUNIOR Nelson</cp:lastModifiedBy>
  <cp:revision>1</cp:revision>
  <dcterms:created xsi:type="dcterms:W3CDTF">2025-08-28T15:16:10Z</dcterms:created>
  <dcterms:modified xsi:type="dcterms:W3CDTF">2025-09-22T18:37:28Z</dcterms:modified>
</cp:coreProperties>
</file>